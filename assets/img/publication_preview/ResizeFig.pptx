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7"/>
    <p:restoredTop sz="94684"/>
  </p:normalViewPr>
  <p:slideViewPr>
    <p:cSldViewPr snapToGrid="0">
      <p:cViewPr varScale="1">
        <p:scale>
          <a:sx n="114" d="100"/>
          <a:sy n="114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351A2-1F6F-FB41-A492-9787B897B9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05A32-F624-6D44-BA0F-F03FE0470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2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05A32-F624-6D44-BA0F-F03FE04707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11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05A32-F624-6D44-BA0F-F03FE04707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1679-5632-E07F-BA9A-CB39737DB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0B359-729B-E0E7-83C9-2B83C42F8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3D4CE-C119-DB73-A18E-14B82EED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6523A-80D3-5CEF-A747-BB6247B8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F37C3-216D-8D3B-7AFC-FF30A69F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1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EB51-DB99-25B7-55E6-EE2CFE4C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E768-9ABF-A670-806D-99CFBA6E1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FA0C-3DB3-8679-F224-1FD52B25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25E1-B11A-328E-29C3-B9A6777C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BCA23-3493-6400-9434-8B41FED8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4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3AC9-6AB1-1D11-7EB9-3B2BAA9F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7430C-438F-6852-FDE9-A5654FD76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9A0B7-78DB-F546-4388-9ED1F571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55D0-E163-1C35-AA5C-343F4673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3AA40-BF52-579C-C53A-81E7BD73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7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5DAB-1A59-2ABD-DF55-29CFA3A7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90B63-7A39-BA21-AE4E-96BEFFEDF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B1761-45EF-B84E-E063-37EE37EBE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CBA08-C861-1055-B5E0-7626E085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F7C67-8722-E0FA-CE01-62D78AF1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0102D-1FDA-30A2-45FD-F5A0A950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8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565E-D42D-355D-2506-F18625D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447AD-5E9E-9A24-1704-58DA7F586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BE78E-E80E-535A-A65A-9147DE4DC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B12AF-D39D-3013-FF95-F97B28FE7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DD06C-4C6C-ADC9-5795-C92742088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08105-8F66-47FD-F242-A22479A2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8302B-CEF5-7062-0DEC-13B2AE75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29716-937C-69A4-7521-88EDE91EC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7999-456D-61AD-4D4B-9DF6C24D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1E018-7ABC-438F-E790-3C1FF034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CAA71-2E04-0F0B-350F-1677EFD7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F2458-CA91-2830-7696-8F9A1344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1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4D66D-3913-DA9C-F195-7FE090FE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202D0-D847-69D3-86AC-42A2DEBE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2B37A-2C7B-CE0A-5C1B-5FD3D8FE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6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812E-6894-7C79-D23C-59A424ADB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0E6C-0DD0-C101-F161-A7E20367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62C0A-1F3E-D03C-FB87-4764604BC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EBD4-892E-92FE-393C-C264880D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0F8A7-A564-1C4D-470A-6D08EA33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9D3DD-8DE5-D2D7-AA6C-1968F7C6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1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6E0C-FCBD-8D5C-0040-CC88861B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D76E2-629F-F876-BED1-6FF6FD792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7046-4373-6B09-D4C0-ADAC98214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78B7E-5735-39F1-B442-704F9F91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3CDAB-8D15-8989-2E0F-1F553BA5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8ECFA-19AD-B780-70C7-DF00E009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8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D717-37B0-1F3D-5734-9A4BFFFC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D3924-8E3D-B56A-2DCF-8A771D93B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96618-AD39-94F5-CD88-66BFCB34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D5AC1-7A98-47D9-2492-866A0224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6A7B-DEAE-28C0-D6CB-2BDDA955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3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4117E-6893-C85D-1391-E49DF8E23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63D9E-4DEE-2A28-BAA4-6C8C0DE58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6EE8A-69B3-3326-45FF-2ED355D9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58AA1-A831-3F6C-4BA1-13E0C56A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D0F9B-62FC-9F6C-BADE-A2506CF5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7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50E84-937A-A8F8-A087-104706F74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748A8-EFB7-0678-81E3-713944101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4990B-A82E-82E1-C58B-703F27BDA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02AFC-2B03-0E49-8BA3-75A735F6B22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8717F-E237-DD1C-425B-B42B33B8C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E28B4-5BDA-E6A5-14DF-5841ED546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C908E-A229-F745-BC7B-E0DD49630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1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8F8027-206E-7112-A604-485E5A418DD5}"/>
              </a:ext>
            </a:extLst>
          </p:cNvPr>
          <p:cNvSpPr/>
          <p:nvPr/>
        </p:nvSpPr>
        <p:spPr>
          <a:xfrm>
            <a:off x="3267856" y="234778"/>
            <a:ext cx="5288692" cy="63884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10DA288-165F-553B-3533-E39E3E581243}"/>
              </a:ext>
            </a:extLst>
          </p:cNvPr>
          <p:cNvGrpSpPr/>
          <p:nvPr/>
        </p:nvGrpSpPr>
        <p:grpSpPr>
          <a:xfrm>
            <a:off x="3263771" y="379795"/>
            <a:ext cx="5469470" cy="6098410"/>
            <a:chOff x="3263771" y="379795"/>
            <a:chExt cx="5469470" cy="609841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6FB7371-932B-8B9A-F2A0-D5D73A15A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7856" y="3697043"/>
              <a:ext cx="5250774" cy="2781162"/>
            </a:xfrm>
            <a:prstGeom prst="rect">
              <a:avLst/>
            </a:prstGeom>
          </p:spPr>
        </p:pic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A8E1CF6-122E-527D-004F-6F5B1B8BC9D1}"/>
                </a:ext>
              </a:extLst>
            </p:cNvPr>
            <p:cNvGrpSpPr/>
            <p:nvPr/>
          </p:nvGrpSpPr>
          <p:grpSpPr>
            <a:xfrm>
              <a:off x="3263771" y="379795"/>
              <a:ext cx="5469470" cy="2871582"/>
              <a:chOff x="19516" y="-12439"/>
              <a:chExt cx="3352483" cy="1760121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339C7CF-C4C9-6A5A-AEAF-18FA11B909A8}"/>
                  </a:ext>
                </a:extLst>
              </p:cNvPr>
              <p:cNvSpPr/>
              <p:nvPr/>
            </p:nvSpPr>
            <p:spPr>
              <a:xfrm>
                <a:off x="233567" y="178656"/>
                <a:ext cx="2115140" cy="13815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2973FA8-0571-18BC-F07E-83DC7B38C87C}"/>
                  </a:ext>
                </a:extLst>
              </p:cNvPr>
              <p:cNvSpPr/>
              <p:nvPr/>
            </p:nvSpPr>
            <p:spPr>
              <a:xfrm>
                <a:off x="2345145" y="174344"/>
                <a:ext cx="837061" cy="138589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61E0EA85-8F4D-11E4-F099-7660B4B61806}"/>
                  </a:ext>
                </a:extLst>
              </p:cNvPr>
              <p:cNvSpPr/>
              <p:nvPr/>
            </p:nvSpPr>
            <p:spPr>
              <a:xfrm>
                <a:off x="2322224" y="436106"/>
                <a:ext cx="225433" cy="22543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7414053A-7211-2D36-288E-EC5C32FFE787}"/>
                  </a:ext>
                </a:extLst>
              </p:cNvPr>
              <p:cNvSpPr/>
              <p:nvPr/>
            </p:nvSpPr>
            <p:spPr>
              <a:xfrm>
                <a:off x="274005" y="190468"/>
                <a:ext cx="2604977" cy="1238978"/>
              </a:xfrm>
              <a:custGeom>
                <a:avLst/>
                <a:gdLst>
                  <a:gd name="csX0" fmla="*/ 0 w 2604977"/>
                  <a:gd name="csY0" fmla="*/ 1015554 h 1238978"/>
                  <a:gd name="csX1" fmla="*/ 63795 w 2604977"/>
                  <a:gd name="csY1" fmla="*/ 1121879 h 1238978"/>
                  <a:gd name="csX2" fmla="*/ 170121 w 2604977"/>
                  <a:gd name="csY2" fmla="*/ 872014 h 1238978"/>
                  <a:gd name="csX3" fmla="*/ 345558 w 2604977"/>
                  <a:gd name="csY3" fmla="*/ 202163 h 1238978"/>
                  <a:gd name="csX4" fmla="*/ 712381 w 2604977"/>
                  <a:gd name="csY4" fmla="*/ 1238837 h 1238978"/>
                  <a:gd name="csX5" fmla="*/ 962246 w 2604977"/>
                  <a:gd name="csY5" fmla="*/ 281907 h 1238978"/>
                  <a:gd name="csX6" fmla="*/ 1323753 w 2604977"/>
                  <a:gd name="csY6" fmla="*/ 983656 h 1238978"/>
                  <a:gd name="csX7" fmla="*/ 1594884 w 2604977"/>
                  <a:gd name="csY7" fmla="*/ 159633 h 1238978"/>
                  <a:gd name="csX8" fmla="*/ 1977656 w 2604977"/>
                  <a:gd name="csY8" fmla="*/ 1020870 h 1238978"/>
                  <a:gd name="csX9" fmla="*/ 2275367 w 2604977"/>
                  <a:gd name="csY9" fmla="*/ 144 h 1238978"/>
                  <a:gd name="csX10" fmla="*/ 2604977 w 2604977"/>
                  <a:gd name="csY10" fmla="*/ 962391 h 12389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04977" h="1238978">
                    <a:moveTo>
                      <a:pt x="0" y="1015554"/>
                    </a:moveTo>
                    <a:cubicBezTo>
                      <a:pt x="17721" y="1080678"/>
                      <a:pt x="35442" y="1145802"/>
                      <a:pt x="63795" y="1121879"/>
                    </a:cubicBezTo>
                    <a:cubicBezTo>
                      <a:pt x="92148" y="1097956"/>
                      <a:pt x="123161" y="1025300"/>
                      <a:pt x="170121" y="872014"/>
                    </a:cubicBezTo>
                    <a:cubicBezTo>
                      <a:pt x="217081" y="718728"/>
                      <a:pt x="255181" y="141026"/>
                      <a:pt x="345558" y="202163"/>
                    </a:cubicBezTo>
                    <a:cubicBezTo>
                      <a:pt x="435935" y="263300"/>
                      <a:pt x="609600" y="1225546"/>
                      <a:pt x="712381" y="1238837"/>
                    </a:cubicBezTo>
                    <a:cubicBezTo>
                      <a:pt x="815162" y="1252128"/>
                      <a:pt x="860351" y="324437"/>
                      <a:pt x="962246" y="281907"/>
                    </a:cubicBezTo>
                    <a:cubicBezTo>
                      <a:pt x="1064141" y="239377"/>
                      <a:pt x="1218313" y="1004035"/>
                      <a:pt x="1323753" y="983656"/>
                    </a:cubicBezTo>
                    <a:cubicBezTo>
                      <a:pt x="1429193" y="963277"/>
                      <a:pt x="1485900" y="153431"/>
                      <a:pt x="1594884" y="159633"/>
                    </a:cubicBezTo>
                    <a:cubicBezTo>
                      <a:pt x="1703868" y="165835"/>
                      <a:pt x="1864242" y="1047452"/>
                      <a:pt x="1977656" y="1020870"/>
                    </a:cubicBezTo>
                    <a:cubicBezTo>
                      <a:pt x="2091070" y="994288"/>
                      <a:pt x="2170814" y="9890"/>
                      <a:pt x="2275367" y="144"/>
                    </a:cubicBezTo>
                    <a:cubicBezTo>
                      <a:pt x="2379920" y="-9602"/>
                      <a:pt x="2492448" y="476394"/>
                      <a:pt x="2604977" y="962391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05FB2EF5-2497-95B0-0244-14F309AE2803}"/>
                  </a:ext>
                </a:extLst>
              </p:cNvPr>
              <p:cNvGrpSpPr/>
              <p:nvPr/>
            </p:nvGrpSpPr>
            <p:grpSpPr>
              <a:xfrm>
                <a:off x="2057206" y="653987"/>
                <a:ext cx="361179" cy="553285"/>
                <a:chOff x="2715131" y="555151"/>
                <a:chExt cx="580548" cy="949752"/>
              </a:xfrm>
            </p:grpSpPr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1709CA86-F0BC-7864-DE13-B51D9EA38598}"/>
                    </a:ext>
                  </a:extLst>
                </p:cNvPr>
                <p:cNvSpPr/>
                <p:nvPr/>
              </p:nvSpPr>
              <p:spPr>
                <a:xfrm>
                  <a:off x="3059250" y="555151"/>
                  <a:ext cx="236429" cy="949752"/>
                </a:xfrm>
                <a:custGeom>
                  <a:avLst/>
                  <a:gdLst>
                    <a:gd name="csX0" fmla="*/ 0 w 419986"/>
                    <a:gd name="csY0" fmla="*/ 563526 h 941166"/>
                    <a:gd name="csX1" fmla="*/ 37214 w 419986"/>
                    <a:gd name="csY1" fmla="*/ 733646 h 941166"/>
                    <a:gd name="csX2" fmla="*/ 170121 w 419986"/>
                    <a:gd name="csY2" fmla="*/ 940981 h 941166"/>
                    <a:gd name="csX3" fmla="*/ 281763 w 419986"/>
                    <a:gd name="csY3" fmla="*/ 696432 h 941166"/>
                    <a:gd name="csX4" fmla="*/ 356191 w 419986"/>
                    <a:gd name="csY4" fmla="*/ 271130 h 941166"/>
                    <a:gd name="csX5" fmla="*/ 419986 w 419986"/>
                    <a:gd name="csY5" fmla="*/ 0 h 941166"/>
                    <a:gd name="csX0" fmla="*/ 0 w 457200"/>
                    <a:gd name="csY0" fmla="*/ 675167 h 1052807"/>
                    <a:gd name="csX1" fmla="*/ 37214 w 457200"/>
                    <a:gd name="csY1" fmla="*/ 845287 h 1052807"/>
                    <a:gd name="csX2" fmla="*/ 170121 w 457200"/>
                    <a:gd name="csY2" fmla="*/ 1052622 h 1052807"/>
                    <a:gd name="csX3" fmla="*/ 281763 w 457200"/>
                    <a:gd name="csY3" fmla="*/ 808073 h 1052807"/>
                    <a:gd name="csX4" fmla="*/ 356191 w 457200"/>
                    <a:gd name="csY4" fmla="*/ 382771 h 1052807"/>
                    <a:gd name="csX5" fmla="*/ 457200 w 457200"/>
                    <a:gd name="csY5" fmla="*/ 0 h 1052807"/>
                    <a:gd name="csX0" fmla="*/ 0 w 478466"/>
                    <a:gd name="csY0" fmla="*/ 738963 h 1116603"/>
                    <a:gd name="csX1" fmla="*/ 37214 w 478466"/>
                    <a:gd name="csY1" fmla="*/ 909083 h 1116603"/>
                    <a:gd name="csX2" fmla="*/ 170121 w 478466"/>
                    <a:gd name="csY2" fmla="*/ 1116418 h 1116603"/>
                    <a:gd name="csX3" fmla="*/ 281763 w 478466"/>
                    <a:gd name="csY3" fmla="*/ 871869 h 1116603"/>
                    <a:gd name="csX4" fmla="*/ 356191 w 478466"/>
                    <a:gd name="csY4" fmla="*/ 446567 h 1116603"/>
                    <a:gd name="csX5" fmla="*/ 478466 w 478466"/>
                    <a:gd name="csY5" fmla="*/ 0 h 1116603"/>
                    <a:gd name="csX0" fmla="*/ 0 w 478466"/>
                    <a:gd name="csY0" fmla="*/ 738963 h 1117312"/>
                    <a:gd name="csX1" fmla="*/ 31898 w 478466"/>
                    <a:gd name="csY1" fmla="*/ 946297 h 1117312"/>
                    <a:gd name="csX2" fmla="*/ 170121 w 478466"/>
                    <a:gd name="csY2" fmla="*/ 1116418 h 1117312"/>
                    <a:gd name="csX3" fmla="*/ 281763 w 478466"/>
                    <a:gd name="csY3" fmla="*/ 871869 h 1117312"/>
                    <a:gd name="csX4" fmla="*/ 356191 w 478466"/>
                    <a:gd name="csY4" fmla="*/ 446567 h 1117312"/>
                    <a:gd name="csX5" fmla="*/ 478466 w 478466"/>
                    <a:gd name="csY5" fmla="*/ 0 h 1117312"/>
                    <a:gd name="csX0" fmla="*/ 0 w 478466"/>
                    <a:gd name="csY0" fmla="*/ 738963 h 1149318"/>
                    <a:gd name="csX1" fmla="*/ 154173 w 478466"/>
                    <a:gd name="csY1" fmla="*/ 1105785 h 1149318"/>
                    <a:gd name="csX2" fmla="*/ 170121 w 478466"/>
                    <a:gd name="csY2" fmla="*/ 1116418 h 1149318"/>
                    <a:gd name="csX3" fmla="*/ 281763 w 478466"/>
                    <a:gd name="csY3" fmla="*/ 871869 h 1149318"/>
                    <a:gd name="csX4" fmla="*/ 356191 w 478466"/>
                    <a:gd name="csY4" fmla="*/ 446567 h 1149318"/>
                    <a:gd name="csX5" fmla="*/ 478466 w 478466"/>
                    <a:gd name="csY5" fmla="*/ 0 h 1149318"/>
                    <a:gd name="csX0" fmla="*/ 10830 w 324491"/>
                    <a:gd name="csY0" fmla="*/ 1095154 h 1131989"/>
                    <a:gd name="csX1" fmla="*/ 198 w 324491"/>
                    <a:gd name="csY1" fmla="*/ 1105785 h 1131989"/>
                    <a:gd name="csX2" fmla="*/ 16146 w 324491"/>
                    <a:gd name="csY2" fmla="*/ 1116418 h 1131989"/>
                    <a:gd name="csX3" fmla="*/ 127788 w 324491"/>
                    <a:gd name="csY3" fmla="*/ 871869 h 1131989"/>
                    <a:gd name="csX4" fmla="*/ 202216 w 324491"/>
                    <a:gd name="csY4" fmla="*/ 446567 h 1131989"/>
                    <a:gd name="csX5" fmla="*/ 324491 w 324491"/>
                    <a:gd name="csY5" fmla="*/ 0 h 1131989"/>
                    <a:gd name="csX0" fmla="*/ 4659 w 318320"/>
                    <a:gd name="csY0" fmla="*/ 1095154 h 1129420"/>
                    <a:gd name="csX1" fmla="*/ 9975 w 318320"/>
                    <a:gd name="csY1" fmla="*/ 1116418 h 1129420"/>
                    <a:gd name="csX2" fmla="*/ 121617 w 318320"/>
                    <a:gd name="csY2" fmla="*/ 871869 h 1129420"/>
                    <a:gd name="csX3" fmla="*/ 196045 w 318320"/>
                    <a:gd name="csY3" fmla="*/ 446567 h 1129420"/>
                    <a:gd name="csX4" fmla="*/ 318320 w 318320"/>
                    <a:gd name="csY4" fmla="*/ 0 h 1129420"/>
                    <a:gd name="csX0" fmla="*/ 4659 w 265014"/>
                    <a:gd name="csY0" fmla="*/ 955738 h 990004"/>
                    <a:gd name="csX1" fmla="*/ 9975 w 265014"/>
                    <a:gd name="csY1" fmla="*/ 977002 h 990004"/>
                    <a:gd name="csX2" fmla="*/ 121617 w 265014"/>
                    <a:gd name="csY2" fmla="*/ 732453 h 990004"/>
                    <a:gd name="csX3" fmla="*/ 196045 w 265014"/>
                    <a:gd name="csY3" fmla="*/ 307151 h 990004"/>
                    <a:gd name="csX4" fmla="*/ 265014 w 265014"/>
                    <a:gd name="csY4" fmla="*/ 0 h 990004"/>
                    <a:gd name="csX0" fmla="*/ 0 w 260355"/>
                    <a:gd name="csY0" fmla="*/ 955738 h 1004169"/>
                    <a:gd name="csX1" fmla="*/ 28580 w 260355"/>
                    <a:gd name="csY1" fmla="*/ 993353 h 1004169"/>
                    <a:gd name="csX2" fmla="*/ 116958 w 260355"/>
                    <a:gd name="csY2" fmla="*/ 732453 h 1004169"/>
                    <a:gd name="csX3" fmla="*/ 191386 w 260355"/>
                    <a:gd name="csY3" fmla="*/ 307151 h 1004169"/>
                    <a:gd name="csX4" fmla="*/ 260355 w 260355"/>
                    <a:gd name="csY4" fmla="*/ 0 h 1004169"/>
                    <a:gd name="csX0" fmla="*/ 20620 w 234447"/>
                    <a:gd name="csY0" fmla="*/ 1053840 h 1054710"/>
                    <a:gd name="csX1" fmla="*/ 2672 w 234447"/>
                    <a:gd name="csY1" fmla="*/ 993353 h 1054710"/>
                    <a:gd name="csX2" fmla="*/ 91050 w 234447"/>
                    <a:gd name="csY2" fmla="*/ 732453 h 1054710"/>
                    <a:gd name="csX3" fmla="*/ 165478 w 234447"/>
                    <a:gd name="csY3" fmla="*/ 307151 h 1054710"/>
                    <a:gd name="csX4" fmla="*/ 234447 w 234447"/>
                    <a:gd name="csY4" fmla="*/ 0 h 1054710"/>
                    <a:gd name="csX0" fmla="*/ 50999 w 232256"/>
                    <a:gd name="csY0" fmla="*/ 1070190 h 1070690"/>
                    <a:gd name="csX1" fmla="*/ 481 w 232256"/>
                    <a:gd name="csY1" fmla="*/ 993353 h 1070690"/>
                    <a:gd name="csX2" fmla="*/ 88859 w 232256"/>
                    <a:gd name="csY2" fmla="*/ 732453 h 1070690"/>
                    <a:gd name="csX3" fmla="*/ 163287 w 232256"/>
                    <a:gd name="csY3" fmla="*/ 307151 h 1070690"/>
                    <a:gd name="csX4" fmla="*/ 232256 w 232256"/>
                    <a:gd name="csY4" fmla="*/ 0 h 1070690"/>
                    <a:gd name="csX0" fmla="*/ 0 w 231775"/>
                    <a:gd name="csY0" fmla="*/ 993353 h 993353"/>
                    <a:gd name="csX1" fmla="*/ 88378 w 231775"/>
                    <a:gd name="csY1" fmla="*/ 732453 h 993353"/>
                    <a:gd name="csX2" fmla="*/ 162806 w 231775"/>
                    <a:gd name="csY2" fmla="*/ 307151 h 993353"/>
                    <a:gd name="csX3" fmla="*/ 231775 w 231775"/>
                    <a:gd name="csY3" fmla="*/ 0 h 993353"/>
                    <a:gd name="csX0" fmla="*/ 0 w 199205"/>
                    <a:gd name="csY0" fmla="*/ 977003 h 977003"/>
                    <a:gd name="csX1" fmla="*/ 55808 w 199205"/>
                    <a:gd name="csY1" fmla="*/ 732453 h 977003"/>
                    <a:gd name="csX2" fmla="*/ 130236 w 199205"/>
                    <a:gd name="csY2" fmla="*/ 307151 h 977003"/>
                    <a:gd name="csX3" fmla="*/ 199205 w 199205"/>
                    <a:gd name="csY3" fmla="*/ 0 h 977003"/>
                    <a:gd name="csX0" fmla="*/ 0 w 236427"/>
                    <a:gd name="csY0" fmla="*/ 949752 h 949752"/>
                    <a:gd name="csX1" fmla="*/ 93030 w 236427"/>
                    <a:gd name="csY1" fmla="*/ 732453 h 949752"/>
                    <a:gd name="csX2" fmla="*/ 167458 w 236427"/>
                    <a:gd name="csY2" fmla="*/ 307151 h 949752"/>
                    <a:gd name="csX3" fmla="*/ 236427 w 236427"/>
                    <a:gd name="csY3" fmla="*/ 0 h 9497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6427" h="949752">
                      <a:moveTo>
                        <a:pt x="0" y="949752"/>
                      </a:moveTo>
                      <a:cubicBezTo>
                        <a:pt x="6310" y="893463"/>
                        <a:pt x="65120" y="839553"/>
                        <a:pt x="93030" y="732453"/>
                      </a:cubicBezTo>
                      <a:cubicBezTo>
                        <a:pt x="120940" y="625353"/>
                        <a:pt x="144421" y="423223"/>
                        <a:pt x="167458" y="307151"/>
                      </a:cubicBezTo>
                      <a:cubicBezTo>
                        <a:pt x="190495" y="191079"/>
                        <a:pt x="216048" y="77529"/>
                        <a:pt x="236427" y="0"/>
                      </a:cubicBezTo>
                    </a:path>
                  </a:pathLst>
                </a:custGeom>
                <a:noFill/>
                <a:ln w="31750">
                  <a:gradFill flip="none" rotWithShape="1">
                    <a:gsLst>
                      <a:gs pos="0">
                        <a:schemeClr val="accent2">
                          <a:lumMod val="67000"/>
                        </a:schemeClr>
                      </a:gs>
                      <a:gs pos="49000">
                        <a:schemeClr val="accent2">
                          <a:lumMod val="97000"/>
                          <a:lumOff val="3000"/>
                        </a:schemeClr>
                      </a:gs>
                      <a:gs pos="100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tailEnd type="triangle" w="med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F504E1DA-92E0-6AC8-2526-DB10A32A0A03}"/>
                    </a:ext>
                  </a:extLst>
                </p:cNvPr>
                <p:cNvSpPr/>
                <p:nvPr/>
              </p:nvSpPr>
              <p:spPr>
                <a:xfrm>
                  <a:off x="2715131" y="675850"/>
                  <a:ext cx="333437" cy="806327"/>
                </a:xfrm>
                <a:custGeom>
                  <a:avLst/>
                  <a:gdLst>
                    <a:gd name="csX0" fmla="*/ 0 w 419986"/>
                    <a:gd name="csY0" fmla="*/ 563526 h 941166"/>
                    <a:gd name="csX1" fmla="*/ 37214 w 419986"/>
                    <a:gd name="csY1" fmla="*/ 733646 h 941166"/>
                    <a:gd name="csX2" fmla="*/ 170121 w 419986"/>
                    <a:gd name="csY2" fmla="*/ 940981 h 941166"/>
                    <a:gd name="csX3" fmla="*/ 281763 w 419986"/>
                    <a:gd name="csY3" fmla="*/ 696432 h 941166"/>
                    <a:gd name="csX4" fmla="*/ 356191 w 419986"/>
                    <a:gd name="csY4" fmla="*/ 271130 h 941166"/>
                    <a:gd name="csX5" fmla="*/ 419986 w 419986"/>
                    <a:gd name="csY5" fmla="*/ 0 h 941166"/>
                    <a:gd name="csX0" fmla="*/ 0 w 457200"/>
                    <a:gd name="csY0" fmla="*/ 675167 h 1052807"/>
                    <a:gd name="csX1" fmla="*/ 37214 w 457200"/>
                    <a:gd name="csY1" fmla="*/ 845287 h 1052807"/>
                    <a:gd name="csX2" fmla="*/ 170121 w 457200"/>
                    <a:gd name="csY2" fmla="*/ 1052622 h 1052807"/>
                    <a:gd name="csX3" fmla="*/ 281763 w 457200"/>
                    <a:gd name="csY3" fmla="*/ 808073 h 1052807"/>
                    <a:gd name="csX4" fmla="*/ 356191 w 457200"/>
                    <a:gd name="csY4" fmla="*/ 382771 h 1052807"/>
                    <a:gd name="csX5" fmla="*/ 457200 w 457200"/>
                    <a:gd name="csY5" fmla="*/ 0 h 1052807"/>
                    <a:gd name="csX0" fmla="*/ 0 w 478466"/>
                    <a:gd name="csY0" fmla="*/ 738963 h 1116603"/>
                    <a:gd name="csX1" fmla="*/ 37214 w 478466"/>
                    <a:gd name="csY1" fmla="*/ 909083 h 1116603"/>
                    <a:gd name="csX2" fmla="*/ 170121 w 478466"/>
                    <a:gd name="csY2" fmla="*/ 1116418 h 1116603"/>
                    <a:gd name="csX3" fmla="*/ 281763 w 478466"/>
                    <a:gd name="csY3" fmla="*/ 871869 h 1116603"/>
                    <a:gd name="csX4" fmla="*/ 356191 w 478466"/>
                    <a:gd name="csY4" fmla="*/ 446567 h 1116603"/>
                    <a:gd name="csX5" fmla="*/ 478466 w 478466"/>
                    <a:gd name="csY5" fmla="*/ 0 h 1116603"/>
                    <a:gd name="csX0" fmla="*/ 0 w 356191"/>
                    <a:gd name="csY0" fmla="*/ 292396 h 670036"/>
                    <a:gd name="csX1" fmla="*/ 37214 w 356191"/>
                    <a:gd name="csY1" fmla="*/ 462516 h 670036"/>
                    <a:gd name="csX2" fmla="*/ 170121 w 356191"/>
                    <a:gd name="csY2" fmla="*/ 669851 h 670036"/>
                    <a:gd name="csX3" fmla="*/ 281763 w 356191"/>
                    <a:gd name="csY3" fmla="*/ 425302 h 670036"/>
                    <a:gd name="csX4" fmla="*/ 356191 w 356191"/>
                    <a:gd name="csY4" fmla="*/ 0 h 670036"/>
                    <a:gd name="csX0" fmla="*/ 0 w 281763"/>
                    <a:gd name="csY0" fmla="*/ 0 h 377640"/>
                    <a:gd name="csX1" fmla="*/ 37214 w 281763"/>
                    <a:gd name="csY1" fmla="*/ 170120 h 377640"/>
                    <a:gd name="csX2" fmla="*/ 170121 w 281763"/>
                    <a:gd name="csY2" fmla="*/ 377455 h 377640"/>
                    <a:gd name="csX3" fmla="*/ 281763 w 281763"/>
                    <a:gd name="csY3" fmla="*/ 132906 h 377640"/>
                    <a:gd name="csX0" fmla="*/ 0 w 170121"/>
                    <a:gd name="csY0" fmla="*/ 0 h 377640"/>
                    <a:gd name="csX1" fmla="*/ 37214 w 170121"/>
                    <a:gd name="csY1" fmla="*/ 170120 h 377640"/>
                    <a:gd name="csX2" fmla="*/ 170121 w 170121"/>
                    <a:gd name="csY2" fmla="*/ 377455 h 377640"/>
                    <a:gd name="csX0" fmla="*/ 0 w 235728"/>
                    <a:gd name="csY0" fmla="*/ 0 h 566308"/>
                    <a:gd name="csX1" fmla="*/ 102821 w 235728"/>
                    <a:gd name="csY1" fmla="*/ 358741 h 566308"/>
                    <a:gd name="csX2" fmla="*/ 235728 w 235728"/>
                    <a:gd name="csY2" fmla="*/ 566076 h 566308"/>
                    <a:gd name="csX0" fmla="*/ 0 w 310173"/>
                    <a:gd name="csY0" fmla="*/ 0 h 866064"/>
                    <a:gd name="csX1" fmla="*/ 177266 w 310173"/>
                    <a:gd name="csY1" fmla="*/ 658497 h 866064"/>
                    <a:gd name="csX2" fmla="*/ 310173 w 310173"/>
                    <a:gd name="csY2" fmla="*/ 865832 h 866064"/>
                    <a:gd name="csX0" fmla="*/ 0 w 333437"/>
                    <a:gd name="csY0" fmla="*/ 0 h 806326"/>
                    <a:gd name="csX1" fmla="*/ 177266 w 333437"/>
                    <a:gd name="csY1" fmla="*/ 658497 h 806326"/>
                    <a:gd name="csX2" fmla="*/ 333437 w 333437"/>
                    <a:gd name="csY2" fmla="*/ 805881 h 8063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33437" h="806326">
                      <a:moveTo>
                        <a:pt x="0" y="0"/>
                      </a:moveTo>
                      <a:cubicBezTo>
                        <a:pt x="4430" y="53605"/>
                        <a:pt x="137978" y="564151"/>
                        <a:pt x="177266" y="658497"/>
                      </a:cubicBezTo>
                      <a:cubicBezTo>
                        <a:pt x="216554" y="752843"/>
                        <a:pt x="292679" y="812083"/>
                        <a:pt x="333437" y="805881"/>
                      </a:cubicBezTo>
                    </a:path>
                  </a:pathLst>
                </a:custGeom>
                <a:noFill/>
                <a:ln w="31750"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  <a:alpha val="0"/>
                        </a:schemeClr>
                      </a:gs>
                      <a:gs pos="64000">
                        <a:schemeClr val="accent2">
                          <a:lumMod val="60000"/>
                          <a:lumOff val="40000"/>
                          <a:alpha val="52033"/>
                        </a:schemeClr>
                      </a:gs>
                      <a:gs pos="100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2700000" scaled="1"/>
                    <a:tileRect/>
                  </a:gradFill>
                  <a:tailEnd type="none" w="med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55D06D4C-9B27-8A16-F169-88CA9ED4C0E6}"/>
                  </a:ext>
                </a:extLst>
              </p:cNvPr>
              <p:cNvSpPr/>
              <p:nvPr/>
            </p:nvSpPr>
            <p:spPr>
              <a:xfrm>
                <a:off x="257626" y="525716"/>
                <a:ext cx="2062480" cy="263879"/>
              </a:xfrm>
              <a:custGeom>
                <a:avLst/>
                <a:gdLst>
                  <a:gd name="csX0" fmla="*/ 0 w 2062480"/>
                  <a:gd name="csY0" fmla="*/ 263879 h 263879"/>
                  <a:gd name="csX1" fmla="*/ 238760 w 2062480"/>
                  <a:gd name="csY1" fmla="*/ 253719 h 263879"/>
                  <a:gd name="csX2" fmla="*/ 883920 w 2062480"/>
                  <a:gd name="csY2" fmla="*/ 228319 h 263879"/>
                  <a:gd name="csX3" fmla="*/ 1524000 w 2062480"/>
                  <a:gd name="csY3" fmla="*/ 20039 h 263879"/>
                  <a:gd name="csX4" fmla="*/ 2062480 w 2062480"/>
                  <a:gd name="csY4" fmla="*/ 4799 h 2638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062480" h="263879">
                    <a:moveTo>
                      <a:pt x="0" y="263879"/>
                    </a:moveTo>
                    <a:lnTo>
                      <a:pt x="238760" y="253719"/>
                    </a:lnTo>
                    <a:lnTo>
                      <a:pt x="883920" y="228319"/>
                    </a:lnTo>
                    <a:cubicBezTo>
                      <a:pt x="1098127" y="189372"/>
                      <a:pt x="1327573" y="57292"/>
                      <a:pt x="1524000" y="20039"/>
                    </a:cubicBezTo>
                    <a:cubicBezTo>
                      <a:pt x="1720427" y="-17214"/>
                      <a:pt x="1984587" y="9879"/>
                      <a:pt x="2062480" y="4799"/>
                    </a:cubicBezTo>
                  </a:path>
                </a:pathLst>
              </a:custGeom>
              <a:noFill/>
              <a:ln w="31750">
                <a:gradFill flip="none" rotWithShape="1">
                  <a:gsLst>
                    <a:gs pos="9000">
                      <a:srgbClr val="0D8DBE">
                        <a:alpha val="43519"/>
                      </a:srgbClr>
                    </a:gs>
                    <a:gs pos="0">
                      <a:schemeClr val="accent4">
                        <a:lumMod val="89000"/>
                        <a:alpha val="0"/>
                      </a:schemeClr>
                    </a:gs>
                    <a:gs pos="46000">
                      <a:schemeClr val="accent4">
                        <a:lumMod val="89000"/>
                        <a:alpha val="45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lin ang="0" scaled="1"/>
                  <a:tileRect/>
                </a:gradFill>
                <a:tailEnd type="triangle" w="med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77DFFA2-5C64-CF66-4BF5-DAAC8549D98F}"/>
                  </a:ext>
                </a:extLst>
              </p:cNvPr>
              <p:cNvSpPr txBox="1"/>
              <p:nvPr/>
            </p:nvSpPr>
            <p:spPr>
              <a:xfrm>
                <a:off x="310375" y="1571761"/>
                <a:ext cx="2042717" cy="169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ea typeface="Helvetica Neue" panose="02000503000000020004" pitchFamily="2" charset="0"/>
                    <a:cs typeface="Helvetica Neue" panose="02000503000000020004" pitchFamily="2" charset="0"/>
                  </a:rPr>
                  <a:t>same calendar day across years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A63B92E-E36E-A30B-99F8-5D13BA0660C4}"/>
                  </a:ext>
                </a:extLst>
              </p:cNvPr>
              <p:cNvSpPr txBox="1"/>
              <p:nvPr/>
            </p:nvSpPr>
            <p:spPr>
              <a:xfrm>
                <a:off x="2796429" y="1567175"/>
                <a:ext cx="303805" cy="169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ea typeface="Helvetica Neue" panose="02000503000000020004" pitchFamily="2" charset="0"/>
                    <a:cs typeface="Helvetica Neue" panose="02000503000000020004" pitchFamily="2" charset="0"/>
                  </a:rPr>
                  <a:t>Time</a:t>
                </a:r>
                <a:endParaRPr lang="en-US" sz="1200" dirty="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3875DFC-7B13-05DB-518B-A17CBA145D42}"/>
                  </a:ext>
                </a:extLst>
              </p:cNvPr>
              <p:cNvSpPr txBox="1"/>
              <p:nvPr/>
            </p:nvSpPr>
            <p:spPr>
              <a:xfrm rot="16200000">
                <a:off x="-197510" y="756233"/>
                <a:ext cx="603837" cy="169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ea typeface="Helvetica Neue" panose="02000503000000020004" pitchFamily="2" charset="0"/>
                    <a:cs typeface="Helvetica Neue" panose="02000503000000020004" pitchFamily="2" charset="0"/>
                  </a:rPr>
                  <a:t>Temperature</a:t>
                </a:r>
                <a:endParaRPr lang="en-US" sz="1200" dirty="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05F649D-2042-5865-554C-A855B5FBA7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9274" y="107921"/>
                <a:ext cx="12270" cy="1464071"/>
              </a:xfrm>
              <a:prstGeom prst="line">
                <a:avLst/>
              </a:prstGeom>
              <a:ln w="9525">
                <a:headEnd type="none"/>
                <a:tailEnd type="triangle" w="sm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F2C2C46-8CF4-EAF5-7F03-0062C0A52C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648" y="792598"/>
                <a:ext cx="0" cy="74498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EE03EC3-6D63-3EC4-3AFA-D5F9F0B2E5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2189" y="781512"/>
                <a:ext cx="0" cy="79973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4C04797-955A-3185-1133-5ECF4FDC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8406" y="536876"/>
                <a:ext cx="0" cy="1093475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5791AAB-BB15-C08F-F0CE-C5600AB516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081" y="534340"/>
                <a:ext cx="2487" cy="996681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4976EBC-362C-B674-4AE4-FD58473473A5}"/>
                  </a:ext>
                </a:extLst>
              </p:cNvPr>
              <p:cNvSpPr/>
              <p:nvPr/>
            </p:nvSpPr>
            <p:spPr>
              <a:xfrm>
                <a:off x="2375635" y="513993"/>
                <a:ext cx="91440" cy="9144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D8E2584-7C71-0837-8197-BC08912DBC0F}"/>
                  </a:ext>
                </a:extLst>
              </p:cNvPr>
              <p:cNvSpPr/>
              <p:nvPr/>
            </p:nvSpPr>
            <p:spPr>
              <a:xfrm>
                <a:off x="459693" y="713692"/>
                <a:ext cx="91440" cy="91440"/>
              </a:xfrm>
              <a:prstGeom prst="ellipse">
                <a:avLst/>
              </a:prstGeom>
              <a:solidFill>
                <a:srgbClr val="0070C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0B5367D-81C9-63DF-F2B8-B0C03DF622CD}"/>
                  </a:ext>
                </a:extLst>
              </p:cNvPr>
              <p:cNvSpPr/>
              <p:nvPr/>
            </p:nvSpPr>
            <p:spPr>
              <a:xfrm>
                <a:off x="1107751" y="698119"/>
                <a:ext cx="91440" cy="91440"/>
              </a:xfrm>
              <a:prstGeom prst="ellipse">
                <a:avLst/>
              </a:prstGeom>
              <a:solidFill>
                <a:srgbClr val="0070C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81AE5BD2-8F56-B4D0-1B90-0738FD0C4E20}"/>
                  </a:ext>
                </a:extLst>
              </p:cNvPr>
              <p:cNvSpPr/>
              <p:nvPr/>
            </p:nvSpPr>
            <p:spPr>
              <a:xfrm>
                <a:off x="1738392" y="484149"/>
                <a:ext cx="91440" cy="91440"/>
              </a:xfrm>
              <a:prstGeom prst="ellipse">
                <a:avLst/>
              </a:prstGeom>
              <a:solidFill>
                <a:srgbClr val="0070C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F197FC3-95B8-99DA-8356-C0E054BE73F4}"/>
                  </a:ext>
                </a:extLst>
              </p:cNvPr>
              <p:cNvSpPr txBox="1"/>
              <p:nvPr/>
            </p:nvSpPr>
            <p:spPr>
              <a:xfrm>
                <a:off x="1635693" y="154300"/>
                <a:ext cx="892258" cy="144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ea typeface="Helvetica Neue" panose="02000503000000020004" pitchFamily="2" charset="0"/>
                    <a:cs typeface="Helvetica Neue" panose="02000503000000020004" pitchFamily="2" charset="0"/>
                  </a:rPr>
                  <a:t>Final prediction</a:t>
                </a:r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5A2C2453-444C-B38C-6A4F-DBE9A0B38780}"/>
                  </a:ext>
                </a:extLst>
              </p:cNvPr>
              <p:cNvCxnSpPr>
                <a:cxnSpLocks/>
                <a:endCxn id="82" idx="1"/>
              </p:cNvCxnSpPr>
              <p:nvPr/>
            </p:nvCxnSpPr>
            <p:spPr>
              <a:xfrm>
                <a:off x="2128545" y="310760"/>
                <a:ext cx="260481" cy="216624"/>
              </a:xfrm>
              <a:prstGeom prst="straightConnector1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80AAD23-4241-AE6A-9D7F-A6B7A5778D5E}"/>
                  </a:ext>
                </a:extLst>
              </p:cNvPr>
              <p:cNvSpPr txBox="1"/>
              <p:nvPr/>
            </p:nvSpPr>
            <p:spPr>
              <a:xfrm>
                <a:off x="431478" y="183754"/>
                <a:ext cx="1162453" cy="223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Helvetica Neue" panose="02000503000000020004" pitchFamily="2" charset="0"/>
                    <a:cs typeface="Helvetica Neue" panose="02000503000000020004" pitchFamily="2" charset="0"/>
                  </a:rPr>
                  <a:t>Interannual (calendar-aligned) context</a:t>
                </a:r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365A950-8347-CF1A-BD9B-CCE3CC511441}"/>
                  </a:ext>
                </a:extLst>
              </p:cNvPr>
              <p:cNvCxnSpPr>
                <a:cxnSpLocks/>
                <a:stCxn id="88" idx="2"/>
              </p:cNvCxnSpPr>
              <p:nvPr/>
            </p:nvCxnSpPr>
            <p:spPr>
              <a:xfrm flipH="1">
                <a:off x="996854" y="406911"/>
                <a:ext cx="15851" cy="323151"/>
              </a:xfrm>
              <a:prstGeom prst="straightConnector1">
                <a:avLst/>
              </a:prstGeom>
              <a:ln w="12700">
                <a:solidFill>
                  <a:schemeClr val="tx2">
                    <a:lumMod val="75000"/>
                    <a:lumOff val="25000"/>
                  </a:schemeClr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7042475-6DD8-0BC0-A7F9-8B6BB6DADEF7}"/>
                  </a:ext>
                </a:extLst>
              </p:cNvPr>
              <p:cNvSpPr txBox="1"/>
              <p:nvPr/>
            </p:nvSpPr>
            <p:spPr>
              <a:xfrm>
                <a:off x="315865" y="-4868"/>
                <a:ext cx="1186948" cy="169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ea typeface="Helvetica Neue" panose="02000503000000020004" pitchFamily="2" charset="0"/>
                    <a:cs typeface="Helvetica Neue" panose="02000503000000020004" pitchFamily="2" charset="0"/>
                  </a:rPr>
                  <a:t>Historical states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3EE8774-8A36-F3F1-7173-6DA9E497A5B2}"/>
                  </a:ext>
                </a:extLst>
              </p:cNvPr>
              <p:cNvSpPr txBox="1"/>
              <p:nvPr/>
            </p:nvSpPr>
            <p:spPr>
              <a:xfrm>
                <a:off x="2445842" y="-12439"/>
                <a:ext cx="926157" cy="169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Helvetica Neue" panose="02000503000000020004" pitchFamily="2" charset="0"/>
                    <a:cs typeface="Helvetica Neue" panose="02000503000000020004" pitchFamily="2" charset="0"/>
                  </a:rPr>
                  <a:t>Future states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E9F8C10D-99A4-63E8-5C6A-6F8B56CF2F6A}"/>
                  </a:ext>
                </a:extLst>
              </p:cNvPr>
              <p:cNvSpPr/>
              <p:nvPr/>
            </p:nvSpPr>
            <p:spPr>
              <a:xfrm>
                <a:off x="432667" y="36459"/>
                <a:ext cx="106474" cy="8936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1F2C2A0-1D85-50C0-CEA8-CA7B6BACC62C}"/>
                  </a:ext>
                </a:extLst>
              </p:cNvPr>
              <p:cNvSpPr/>
              <p:nvPr/>
            </p:nvSpPr>
            <p:spPr>
              <a:xfrm>
                <a:off x="2354275" y="51930"/>
                <a:ext cx="106474" cy="89366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DFA31EC1-939E-99E6-8F12-521FD90F476B}"/>
                  </a:ext>
                </a:extLst>
              </p:cNvPr>
              <p:cNvGrpSpPr/>
              <p:nvPr/>
            </p:nvGrpSpPr>
            <p:grpSpPr>
              <a:xfrm>
                <a:off x="233567" y="1379897"/>
                <a:ext cx="2951823" cy="255426"/>
                <a:chOff x="290312" y="1631747"/>
                <a:chExt cx="2951823" cy="329415"/>
              </a:xfrm>
            </p:grpSpPr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06105AD8-815C-0904-FBFA-7487D626B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312" y="1864328"/>
                  <a:ext cx="2951823" cy="0"/>
                </a:xfrm>
                <a:prstGeom prst="line">
                  <a:avLst/>
                </a:prstGeom>
                <a:ln w="9525">
                  <a:headEnd type="none"/>
                  <a:tailEnd type="triangle" w="sm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008E0F31-5368-F1EC-4C8B-657B7DD4BD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4196" y="1704183"/>
                  <a:ext cx="0" cy="256979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1E19AAF-512E-C812-6825-0C429998D5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9220" y="1789005"/>
                  <a:ext cx="645951" cy="0"/>
                </a:xfrm>
                <a:prstGeom prst="straightConnector1">
                  <a:avLst/>
                </a:prstGeom>
                <a:ln w="9525">
                  <a:headEnd type="triangle" w="sm" len="med"/>
                  <a:tailEnd type="triangle" w="sm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A79FCA4D-D5A6-7E0D-299E-9CC31971E7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08889" y="1704183"/>
                  <a:ext cx="0" cy="256979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7FE5C5B3-F26A-548C-6792-F4D18D39E2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07422" y="1789005"/>
                  <a:ext cx="645951" cy="0"/>
                </a:xfrm>
                <a:prstGeom prst="straightConnector1">
                  <a:avLst/>
                </a:prstGeom>
                <a:ln w="9525">
                  <a:headEnd type="triangle" w="sm" len="med"/>
                  <a:tailEnd type="triangle" w="sm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977CF21A-1C9D-270C-AAEA-39690614D4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624" y="1704183"/>
                  <a:ext cx="0" cy="256979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48C9277A-E7C9-7F2F-75C9-64A5F81E04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624" y="1789005"/>
                  <a:ext cx="645951" cy="0"/>
                </a:xfrm>
                <a:prstGeom prst="straightConnector1">
                  <a:avLst/>
                </a:prstGeom>
                <a:ln w="9525">
                  <a:headEnd type="triangle" w="sm" len="med"/>
                  <a:tailEnd type="triangle" w="sm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78D98340-8390-BC83-9B51-43C5E56F1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83826" y="1704183"/>
                  <a:ext cx="0" cy="256979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11612FD6-0592-C8BD-13FD-7184DE840D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6047" y="1631747"/>
                      <a:ext cx="401067" cy="1459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△</m:t>
                          </m:r>
                        </m:oMath>
                      </a14:m>
                      <a:r>
                        <a:rPr lang="en-US" sz="1200" dirty="0"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year</a:t>
                      </a:r>
                    </a:p>
                  </p:txBody>
                </p:sp>
              </mc:Choice>
              <mc:Fallback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11612FD6-0592-C8BD-13FD-7184DE840D0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047" y="1631747"/>
                      <a:ext cx="401067" cy="14597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7547" t="-25000" b="-3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B4E8EC7A-8BB1-4C16-51CD-56F4B80E8A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20681" y="1634291"/>
                      <a:ext cx="401067" cy="1459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△</m:t>
                          </m:r>
                        </m:oMath>
                      </a14:m>
                      <a:r>
                        <a:rPr lang="en-US" sz="1200" dirty="0"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year</a:t>
                      </a:r>
                    </a:p>
                  </p:txBody>
                </p:sp>
              </mc:Choice>
              <mc:Fallback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B4E8EC7A-8BB1-4C16-51CD-56F4B80E8A3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0681" y="1634291"/>
                      <a:ext cx="401067" cy="14597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7547" t="-18750" b="-437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C2581DC-E5DA-610D-0123-7A9C7EE3D8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46300" y="1634571"/>
                      <a:ext cx="401067" cy="1459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△</m:t>
                          </m:r>
                        </m:oMath>
                      </a14:m>
                      <a:r>
                        <a:rPr lang="en-US" sz="1200" dirty="0"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year</a:t>
                      </a:r>
                    </a:p>
                  </p:txBody>
                </p:sp>
              </mc:Choice>
              <mc:Fallback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C2581DC-E5DA-610D-0123-7A9C7EE3D8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46300" y="1634571"/>
                      <a:ext cx="401067" cy="14597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7692" t="-26667" b="-4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55CD6DDA-6022-86BE-74A9-F858C8FA14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06734" y="1832672"/>
                  <a:ext cx="0" cy="126878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88E891F3-8A5F-2912-C719-FE14438FD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6182" y="1915285"/>
                  <a:ext cx="206167" cy="0"/>
                </a:xfrm>
                <a:prstGeom prst="straightConnector1">
                  <a:avLst/>
                </a:prstGeom>
                <a:ln w="9525">
                  <a:headEnd type="none"/>
                  <a:tailEnd type="triangle" w="sm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E0CFB3F4-5BCB-30CD-9915-D8832B5A3F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86929" y="1915285"/>
                  <a:ext cx="206167" cy="0"/>
                </a:xfrm>
                <a:prstGeom prst="straightConnector1">
                  <a:avLst/>
                </a:prstGeom>
                <a:ln w="9525">
                  <a:headEnd type="none"/>
                  <a:tailEnd type="triangle" w="sm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D9B1235-6A4D-DCE3-A474-AB99A23936C7}"/>
                  </a:ext>
                </a:extLst>
              </p:cNvPr>
              <p:cNvSpPr txBox="1"/>
              <p:nvPr/>
            </p:nvSpPr>
            <p:spPr>
              <a:xfrm>
                <a:off x="2278881" y="1577897"/>
                <a:ext cx="340060" cy="169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200" i="1" dirty="0">
                    <a:ea typeface="Helvetica Neue" panose="02000503000000020004" pitchFamily="2" charset="0"/>
                    <a:cs typeface="Helvetica Neue" panose="02000503000000020004" pitchFamily="2" charset="0"/>
                  </a:rPr>
                  <a:t>τ</a:t>
                </a:r>
                <a:endParaRPr lang="en-US" sz="1200" dirty="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D9E4C6E-36C6-3136-94A0-7341806FA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7806" y="1014935"/>
                <a:ext cx="0" cy="5607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71A34D1-7FC1-70B0-02EE-AF2E2A393F4D}"/>
                  </a:ext>
                </a:extLst>
              </p:cNvPr>
              <p:cNvCxnSpPr>
                <a:cxnSpLocks/>
                <a:stCxn id="68" idx="7"/>
              </p:cNvCxnSpPr>
              <p:nvPr/>
            </p:nvCxnSpPr>
            <p:spPr>
              <a:xfrm flipV="1">
                <a:off x="2514643" y="418661"/>
                <a:ext cx="189654" cy="50459"/>
              </a:xfrm>
              <a:prstGeom prst="lin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96FE8FBD-C7D5-4102-FAA9-59828F138B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4771" y="1132344"/>
                <a:ext cx="214091" cy="94404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C4FA4C6F-F5CF-4BF8-FFB4-1F27D95BDBD9}"/>
                  </a:ext>
                </a:extLst>
              </p:cNvPr>
              <p:cNvSpPr/>
              <p:nvPr/>
            </p:nvSpPr>
            <p:spPr>
              <a:xfrm>
                <a:off x="2698368" y="883177"/>
                <a:ext cx="316652" cy="40323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D80C715-6B57-50FE-214B-76BE2944BE9B}"/>
                  </a:ext>
                </a:extLst>
              </p:cNvPr>
              <p:cNvSpPr txBox="1"/>
              <p:nvPr/>
            </p:nvSpPr>
            <p:spPr>
              <a:xfrm>
                <a:off x="2353092" y="1108238"/>
                <a:ext cx="902707" cy="30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lang="en-US" sz="1200" dirty="0">
                    <a:solidFill>
                      <a:srgbClr val="C00000"/>
                    </a:solidFill>
                    <a:ea typeface="Helvetica Neue" panose="02000503000000020004" pitchFamily="2" charset="0"/>
                    <a:cs typeface="Helvetica Neue" panose="02000503000000020004" pitchFamily="2" charset="0"/>
                  </a:rPr>
                  <a:t>Lead-time–conditioned recent dynamics</a:t>
                </a: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3C5733F3-C1A5-6508-350E-60E65748127A}"/>
                  </a:ext>
                </a:extLst>
              </p:cNvPr>
              <p:cNvSpPr/>
              <p:nvPr/>
            </p:nvSpPr>
            <p:spPr>
              <a:xfrm>
                <a:off x="2298792" y="949317"/>
                <a:ext cx="91440" cy="91440"/>
              </a:xfrm>
              <a:prstGeom prst="ellipse">
                <a:avLst/>
              </a:prstGeom>
              <a:solidFill>
                <a:srgbClr val="C000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E4D40E6-E131-9DF8-F32C-07B601DB354F}"/>
                  </a:ext>
                </a:extLst>
              </p:cNvPr>
              <p:cNvSpPr/>
              <p:nvPr/>
            </p:nvSpPr>
            <p:spPr>
              <a:xfrm>
                <a:off x="2204042" y="1145347"/>
                <a:ext cx="91440" cy="91440"/>
              </a:xfrm>
              <a:prstGeom prst="ellipse">
                <a:avLst/>
              </a:prstGeom>
              <a:solidFill>
                <a:srgbClr val="C000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356C8965-D0D7-3642-119E-9ADDFBD4881D}"/>
                  </a:ext>
                </a:extLst>
              </p:cNvPr>
              <p:cNvSpPr/>
              <p:nvPr/>
            </p:nvSpPr>
            <p:spPr>
              <a:xfrm>
                <a:off x="2087237" y="1012185"/>
                <a:ext cx="91440" cy="91440"/>
              </a:xfrm>
              <a:prstGeom prst="ellipse">
                <a:avLst/>
              </a:prstGeom>
              <a:solidFill>
                <a:srgbClr val="C0000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109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637B871B-8A66-3400-76DF-4577BF35E7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88" b="20970"/>
          <a:stretch/>
        </p:blipFill>
        <p:spPr>
          <a:xfrm>
            <a:off x="-1124264" y="386570"/>
            <a:ext cx="6507287" cy="431107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1EB67B2-3C86-77F6-4E3B-16D797EDE693}"/>
              </a:ext>
            </a:extLst>
          </p:cNvPr>
          <p:cNvSpPr/>
          <p:nvPr/>
        </p:nvSpPr>
        <p:spPr>
          <a:xfrm>
            <a:off x="1914010" y="571084"/>
            <a:ext cx="8550679" cy="56648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5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cell&#10;&#10;Description automatically generated with medium confidence">
            <a:extLst>
              <a:ext uri="{FF2B5EF4-FFF2-40B4-BE49-F238E27FC236}">
                <a16:creationId xmlns:a16="http://schemas.microsoft.com/office/drawing/2014/main" id="{572170CC-08D7-C368-23CE-08532F715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309350"/>
            <a:ext cx="6045200" cy="3340100"/>
          </a:xfrm>
          <a:prstGeom prst="rect">
            <a:avLst/>
          </a:prstGeom>
        </p:spPr>
      </p:pic>
      <p:pic>
        <p:nvPicPr>
          <p:cNvPr id="18" name="Picture 17" descr="A blue and red starfish&#10;&#10;Description automatically generated">
            <a:extLst>
              <a:ext uri="{FF2B5EF4-FFF2-40B4-BE49-F238E27FC236}">
                <a16:creationId xmlns:a16="http://schemas.microsoft.com/office/drawing/2014/main" id="{DA8A7A47-0BCA-655C-5EC1-A88F1AD8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550" y="3301167"/>
            <a:ext cx="66929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5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32</Words>
  <Application>Microsoft Macintosh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Helvetica Neue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Yan, Lin</dc:creator>
  <cp:lastModifiedBy>Yan, Lin [COM S]</cp:lastModifiedBy>
  <cp:revision>6</cp:revision>
  <dcterms:created xsi:type="dcterms:W3CDTF">2023-10-02T02:55:59Z</dcterms:created>
  <dcterms:modified xsi:type="dcterms:W3CDTF">2026-06-08T03:53:21Z</dcterms:modified>
</cp:coreProperties>
</file>